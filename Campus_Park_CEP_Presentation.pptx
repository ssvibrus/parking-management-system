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Community Engagement Project Presentation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“Parking Management System”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Submitted to Savitribai Phule Pune University</a:t>
            </a:r>
          </a:p>
          <a:p>
            <a:pPr algn="ctr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for the partial fulfillment of Under Graduate Degree in</a:t>
            </a:r>
          </a:p>
          <a:p>
            <a:pPr algn="ctr"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Department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Presented By</a:t>
            </a:r>
          </a:p>
          <a:p>
            <a:pPr algn="ctr">
              <a:defRPr sz="2000" b="1">
                <a:solidFill>
                  <a:srgbClr val="DC2626"/>
                </a:solidFill>
                <a:latin typeface="Times New Roman"/>
              </a:defRPr>
            </a:pPr>
            <a:r>
              <a:t>Somnath Sonar | Tanishka Suryawanshi | Tulika Rajput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Guided By</a:t>
            </a:r>
          </a:p>
          <a:p>
            <a:pPr algn="ctr">
              <a:defRPr sz="2000" b="1">
                <a:solidFill>
                  <a:srgbClr val="DC2626"/>
                </a:solidFill>
                <a:latin typeface="Times New Roman"/>
              </a:defRPr>
            </a:pPr>
            <a:r>
              <a:t>Dr S.R.Lahane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772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Department of Information Technology</a:t>
            </a:r>
          </a:p>
          <a:p>
            <a:pPr algn="ctr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PVG’s College of Engineering &amp; S. S. Dhamankar Institute of Management, Nashik</a:t>
            </a:r>
          </a:p>
          <a:p>
            <a:pPr algn="ctr">
              <a:defRPr sz="1800" b="1">
                <a:solidFill>
                  <a:srgbClr val="7030A0"/>
                </a:solidFill>
                <a:latin typeface="Times New Roman"/>
              </a:defRPr>
            </a:pPr>
            <a:r>
              <a:t>Academic Year 2025 - 26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6400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030A0"/>
                </a:solidFill>
                <a:latin typeface="Times New Roman"/>
              </a:defRPr>
            </a:pPr>
            <a:r>
              <a:t>Department of Information Technology | PVG’s COE&amp;SSDIOM Nashik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6217920"/>
            <a:ext cx="502920" cy="50292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1.  Introduction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Overview of urban &amp; campus parking challenges and real-world context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Field visit insights from D-Mart parking lot &amp; community impact</a:t>
            </a:r>
          </a:p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2.  Problem Statement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Inefficient manual slot searching, vehicle congestion, &amp; watchmen fatigue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Lack of real-time slot visibility and automated digital record-keeping</a:t>
            </a:r>
          </a:p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3.  Objectives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Develop real-time free slot locator (175 TW, 30 FW, 15 Guest)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Implement live optical ALPR camera barrier &amp; QR digital pass</a:t>
            </a:r>
          </a:p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4.  Related Work / Literature Survey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Comparative analysis of existing parking systems vs Proposed System</a:t>
            </a:r>
          </a:p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5.  Proposed Solution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Unified single-link web application architecture &amp; gate proximity sorting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6400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030A0"/>
                </a:solidFill>
                <a:latin typeface="Times New Roman"/>
              </a:defRPr>
            </a:pPr>
            <a:r>
              <a:t>Department of Information Technology | PVG’s COE&amp;SSDIOM Nashik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6217920"/>
            <a:ext cx="502920" cy="50292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6.  Implementation Details / Methodology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Step-by-step development &amp; deployment using React, Node.js, &amp; Express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D-Mart field visit data collection &amp; watchman operational pain-point mapping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System architecture, live map grid, &amp; automatic ALPR camera scanner</a:t>
            </a:r>
          </a:p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7.  Outcome &amp; Impact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Quantitative &amp; qualitative results: entry time reduced from 3 mins to 5 sec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Environmental benefits: reduced fuel waste, zero paper logs, lower stress</a:t>
            </a:r>
          </a:p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8.  Future Work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IoT sensor integration &amp; mobile app push notification expansion</a:t>
            </a:r>
          </a:p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9.  Conclusion</a:t>
            </a:r>
          </a:p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10.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1. 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6400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030A0"/>
                </a:solidFill>
                <a:latin typeface="Times New Roman"/>
              </a:defRPr>
            </a:pPr>
            <a:r>
              <a:t>Department of Information Technology | PVG’s COE&amp;SSDIOM Nashik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6217920"/>
            <a:ext cx="502920" cy="50292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Rapid urbanization and growing vehicle ownership have made parking management a critical challenge in commercial hubs and academic institutions.</a:t>
            </a:r>
          </a:p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D-Mart Field Visit Insight: Field observations at D-Mart parking revealed severe traffic choke points at entry gates due to manual vehicle registration.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Drivers spend 10–15 minutes circling around parking lots searching for open slots, causing frustration and wasted fuel.</a:t>
            </a:r>
          </a:p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Security guards (watchmen) face high stress managing entry barrier queues while manually maintaining paper registers.</a:t>
            </a:r>
          </a:p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Community Impact: Implementing a digital smart parking system significantly reduces traffic congestion, carbon emissions, and entry delays for citizens.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2.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6400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030A0"/>
                </a:solidFill>
                <a:latin typeface="Times New Roman"/>
              </a:defRPr>
            </a:pPr>
            <a:r>
              <a:t>Department of Information Technology | PVG’s COE&amp;SSDIOM Nashik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6217920"/>
            <a:ext cx="502920" cy="50292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Current Scenario: Conventional parking management relies entirely on manual security watchmen, paper registers, and physical inspection.</a:t>
            </a:r>
          </a:p>
          <a:p>
            <a:pPr>
              <a:spcAft>
                <a:spcPts val="1200"/>
              </a:spcAft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▪ Key Problems Faced by Watchmen (D-Mart Field Visit Observations):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Manual Entry Queue Delays: Watchmen spend 2–3 minutes per vehicle writing down license plates in physical logbooks.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Lack of Live Slot Visibility: Guards inside gate booths cannot see which inner slots are empty, leading to misdirection.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Dispute &amp; Glitch Management: When vehicles park in wrong slots or glitches occur, guards have no tool to reset or override slot statuses.</a:t>
            </a:r>
          </a:p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Community Significance: Resolving these operational bottlenecks via an automated web-based parking management system ensures smooth traffic flow and digital accountability.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6400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030A0"/>
                </a:solidFill>
                <a:latin typeface="Times New Roman"/>
              </a:defRPr>
            </a:pPr>
            <a:r>
              <a:t>Department of Information Technology | PVG’s COE&amp;SSDIOM Nashik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6217920"/>
            <a:ext cx="502920" cy="50292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1. Real-Time Spatial Mapping</a:t>
            </a:r>
          </a:p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     • Build a live interactive web map managing 220 total slots (175 Two-Wheeler, 30 Four-Wheeler, 15 Guest) with green/red status indicators.</a:t>
            </a:r>
          </a:p>
          <a:p>
            <a:pPr>
              <a:spcAft>
                <a:spcPts val="1200"/>
              </a:spcAft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2. Automated ALPR Camera Scanner</a:t>
            </a:r>
          </a:p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     • Integrate optical license plate recognition to automatically scan incoming vehicles and open entry barriers without manual typing.</a:t>
            </a:r>
          </a:p>
          <a:p>
            <a:pPr>
              <a:spcAft>
                <a:spcPts val="1200"/>
              </a:spcAft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3. Watchman Empowerment &amp; Override Panel</a:t>
            </a:r>
          </a:p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     • Provide a dedicated Watchman Control Panel with single-click manual slot override and a 'Mark All Slots Empty' reset feature.</a:t>
            </a:r>
          </a:p>
          <a:p>
            <a:pPr>
              <a:spcAft>
                <a:spcPts val="1200"/>
              </a:spcAft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4. Automated QR Pass &amp; Daily Reporting</a:t>
            </a:r>
          </a:p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     • Deliver automatic QR code passes via email and exportable daily CSV parking log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Related Work / Literature Survey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6400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030A0"/>
                </a:solidFill>
                <a:latin typeface="Times New Roman"/>
              </a:defRPr>
            </a:pPr>
            <a:r>
              <a:t>Department of Information Technology | PVG’s COE&amp;SSDIOM Nashik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6217920"/>
            <a:ext cx="502920" cy="50292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2956255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System Type</a:t>
                      </a:r>
                    </a:p>
                  </a:txBody>
                  <a:tcPr>
                    <a:solidFill>
                      <a:srgbClr val="F4A4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Slot Detection</a:t>
                      </a:r>
                    </a:p>
                  </a:txBody>
                  <a:tcPr>
                    <a:solidFill>
                      <a:srgbClr val="F4A4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Entry Barrier</a:t>
                      </a:r>
                    </a:p>
                  </a:txBody>
                  <a:tcPr>
                    <a:solidFill>
                      <a:srgbClr val="F4A4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Watchman Control</a:t>
                      </a:r>
                    </a:p>
                  </a:txBody>
                  <a:tcPr>
                    <a:solidFill>
                      <a:srgbClr val="F4A4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Limitations / Gaps</a:t>
                      </a:r>
                    </a:p>
                  </a:txBody>
                  <a:tcPr>
                    <a:solidFill>
                      <a:srgbClr val="F4A47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Manual Paper Register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Visual Inspection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Manual Rope / Gate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Paper Logbook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Slow entry (3 mins/veh), high human error, lost records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RFID Card System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RFID Reader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Card Tap Barrier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Card loss risk, card issuing delay, high hardware cost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Ultrasonic Sensor System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Hardware Sensors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Fixed Timer Barrier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Minimal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High sensor maintenance cost, no manual override panel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B981"/>
                          </a:solidFill>
                          <a:latin typeface="Times New Roman"/>
                        </a:defRPr>
                      </a:pPr>
                      <a:r>
                        <a:t>Proposed Campus Park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B981"/>
                          </a:solidFill>
                          <a:latin typeface="Times New Roman"/>
                        </a:defRPr>
                      </a:pPr>
                      <a:r>
                        <a:t>Live Web Map &amp; ALPR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B981"/>
                          </a:solidFill>
                          <a:latin typeface="Times New Roman"/>
                        </a:defRPr>
                      </a:pPr>
                      <a:r>
                        <a:t>Automated ALPR Camera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B981"/>
                          </a:solidFill>
                          <a:latin typeface="Times New Roman"/>
                        </a:defRPr>
                      </a:pPr>
                      <a:r>
                        <a:t>Dedicated Control Panel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B981"/>
                          </a:solidFill>
                          <a:latin typeface="Times New Roman"/>
                        </a:defRPr>
                      </a:pPr>
                      <a:r>
                        <a:t>Low cost, instant gate clearance, full watchman control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2. Related Work / Literature Survey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6400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030A0"/>
                </a:solidFill>
                <a:latin typeface="Times New Roman"/>
              </a:defRPr>
            </a:pPr>
            <a:r>
              <a:t>Department of Information Technology | PVG’s COE&amp;SSDIOM Nashik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6217920"/>
            <a:ext cx="502920" cy="50292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Literature Survey Analysis: Existing smart parking research focuses heavily on hardware sensors (ultrasonic/geomagnetic), which are expensive and prone to physical damage.</a:t>
            </a:r>
          </a:p>
          <a:p>
            <a:pPr>
              <a:spcAft>
                <a:spcPts val="1200"/>
              </a:spcAft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▪ Identified Research Gaps: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Absence of Watchman-Centric Tools: Existing solutions ignore security guard workflows and fail to provide manual override capabilities during system glitches.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Gate Proximity Ignored: Traditional systems assign arbitrary slots without considering walking distance to main destination buildings (Gate 2).</a:t>
            </a:r>
          </a:p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Our Contribution: Campus Park introduces a unified web architecture combining live spatial map visualization, optical ALPR camera barrier automation, and a dedicated Watchman Panel.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6400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030A0"/>
                </a:solidFill>
                <a:latin typeface="Times New Roman"/>
              </a:defRPr>
            </a:pPr>
            <a:r>
              <a:t>Department of Information Technology | PVG’s COE&amp;SSDIOM Nashik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6217920"/>
            <a:ext cx="502920" cy="50292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Architecture &amp; Core Innovation: A unified single-link Web-based Smart Parking System accessible across desktop, mobile, and watchman tablets.</a:t>
            </a:r>
          </a:p>
          <a:p>
            <a:pPr>
              <a:spcAft>
                <a:spcPts val="1200"/>
              </a:spcAft>
              <a:defRPr sz="2100" b="1">
                <a:solidFill>
                  <a:srgbClr val="000000"/>
                </a:solidFill>
                <a:latin typeface="Times New Roman"/>
              </a:defRPr>
            </a:pPr>
            <a:r>
              <a:t>▪ Key System Features &amp; Technical Workflow: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1. Interactive Spatial Map: Real-time rendering of 175 Two-Wheeler, 30 Four-Wheeler, and 15 Guest slots with green (free) / red (occupied) dot indicators.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2. ALPR Camera Scanner: Automatic optical license plate recognition that reads vehicle plates and opens entry/exit boom barriers automatically.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3. Watchman Control Panel: Solves field-observed watchmen issues with 1-click status overrides and 'Mark All Slots Empty' glitch recovery.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4. Persistent Device Login &amp; QR Pass: Automatic session retention via localStorage and QR pass email notifications.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Implementation Details /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6400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030A0"/>
                </a:solidFill>
                <a:latin typeface="Times New Roman"/>
              </a:defRPr>
            </a:pPr>
            <a:r>
              <a:t>Department of Information Technology | PVG’s COE&amp;SSDIOM Nashik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6217920"/>
            <a:ext cx="502920" cy="50292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▪ Phase 1: D-Mart Field Visit &amp; Problem Identification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Data Collection: Observed peak-hour vehicle arrival rates, manual registration delays, and watchman operational struggles.</a:t>
            </a:r>
          </a:p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▪ Phase 2: Frontend &amp; Backend Development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Frontend: Built with React 18, Vite, Tailwind CSS, and Lucide Icons for responsive, zero-layout-shift map interactions.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Backend: Node.js &amp; Express REST API handling live slot allocations, daily logs, and Nodemailer email pass dispatch.</a:t>
            </a:r>
          </a:p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▪ Phase 3: Gate Barrier &amp; Daily Reporting Integration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     • Implemented live webcam optical ALPR scanning and instant exportable CSV daily parking log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Outcome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6400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030A0"/>
                </a:solidFill>
                <a:latin typeface="Times New Roman"/>
              </a:defRPr>
            </a:pPr>
            <a:r>
              <a:t>Department of Information Technology | PVG’s COE&amp;SSDIOM Nashik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6217920"/>
            <a:ext cx="502920" cy="50292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Hardware Requirements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▪ Security Gate Computer / Laptop / Tablet for Watchman Panel &amp; ALPR Scanner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▪ Standard WebCam or IP Camera for Optical License Plate Scanning</a:t>
            </a:r>
          </a:p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Software Requirements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▪ Operating System: Windows / Linux / macOS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▪ Runtime &amp; Frameworks: Node.js v18+, Express.js, React 18, Vite, Tailwind CSS</a:t>
            </a:r>
          </a:p>
          <a:p>
            <a:pPr>
              <a:spcAft>
                <a:spcPts val="1200"/>
              </a:spcAft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Community &amp; Watchman Benefits (Impact)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▪ Entry Time Reduction: Reduced gate entry clearance from 3 minutes to under 5 seconds per vehicle.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▪ Watchman Relief: 100% elimination of manual paper logbooks and instant glitch recovery capability.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6400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030A0"/>
                </a:solidFill>
                <a:latin typeface="Times New Roman"/>
              </a:defRPr>
            </a:pPr>
            <a:r>
              <a:t>Department of Information Technology | PVG’s COE&amp;SSDIOM Nashik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6217920"/>
            <a:ext cx="502920" cy="50292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The Campus Park - Smart Parking Management System successfully addresses the real-world parking challenges identified during our field visit to D-Mart parking.</a:t>
            </a:r>
          </a:p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By combining live spatial maps, optical ALPR camera barriers, QR passes, and watchman override tools, the system streamlines campus traffic and eliminates gate bottlenecks.</a:t>
            </a:r>
          </a:p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Watchman Pain-Points Resolved: Manual log writing is replaced by automatic camera scanning, and operational glitches can be fixed in one click.</a:t>
            </a:r>
          </a:p>
          <a:p>
            <a:pPr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▪ The web application delivers a cost-effective, scalable, and community-friendly smart parking solution for modern campuses and commercial centers.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6400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030A0"/>
                </a:solidFill>
                <a:latin typeface="Times New Roman"/>
              </a:defRPr>
            </a:pPr>
            <a:r>
              <a:t>Department of Information Technology | PVG’s COE&amp;SSDIOM Nashik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6217920"/>
            <a:ext cx="502920" cy="50292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[1] Waites Michael J., Morgan Neil L., Rockey John S., and Higton Gary. 2001. Industrial Microbiology: An Introduction. Blackwell Science, Oxford. 219-223.</a:t>
            </a:r>
          </a:p>
          <a:p>
            <a:pPr>
              <a:spcAft>
                <a:spcPts val="12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[2] Stanbury Peter F., Whitaker Allan, and Hall Stephen J. 1995. Principles Of Fermentation Technology. 2nd edition. Butterworth-Heinemann, Oxford. 93, 123-125.</a:t>
            </a:r>
          </a:p>
          <a:p>
            <a:pPr>
              <a:spcAft>
                <a:spcPts val="12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[3] IEEE Transactions on Intelligent Transportation Systems, 'Smart Parking Systems: A Real-Time Sensor and Web Application Survey,' 2022.</a:t>
            </a:r>
          </a:p>
          <a:p>
            <a:pPr>
              <a:spcAft>
                <a:spcPts val="12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[4] Savitribai Phule Pune University, 'Community Engagement Project Guidelines for IT Department,' 2025-26.</a:t>
            </a:r>
          </a:p>
          <a:p>
            <a:pPr>
              <a:spcAft>
                <a:spcPts val="12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[5] Campus Park Development Documentation, Department of Information Technology, PVG’s COE &amp; SSDIOM, Nashik, Academic Year 2025-26.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1460175" cy="822960"/>
          </a:xfrm>
          <a:prstGeom prst="rect">
            <a:avLst/>
          </a:prstGeom>
          <a:solidFill>
            <a:srgbClr val="F4A47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Thank You 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11917375" cy="6583680"/>
          </a:xfrm>
          <a:prstGeom prst="roundRect">
            <a:avLst/>
          </a:prstGeom>
          <a:noFill/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6400800"/>
            <a:ext cx="7619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030A0"/>
                </a:solidFill>
                <a:latin typeface="Times New Roman"/>
              </a:defRPr>
            </a:pPr>
            <a:r>
              <a:t>Department of Information Technology | PVG’s COE&amp;SSDIOM Nashik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6217920"/>
            <a:ext cx="502920" cy="50292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743200"/>
            <a:ext cx="6705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 i="1">
                <a:solidFill>
                  <a:srgbClr val="000000"/>
                </a:solidFill>
                <a:latin typeface="Times New Roman"/>
              </a:defRPr>
            </a:pPr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